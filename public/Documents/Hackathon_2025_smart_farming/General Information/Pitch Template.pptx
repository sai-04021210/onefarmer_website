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3" r:id="rId5"/>
    <p:sldId id="257" r:id="rId6"/>
    <p:sldId id="258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6296AC-1494-4794-BB5B-B678F71FD440}" v="3" dt="2025-09-01T06:59:38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4" d="100"/>
          <a:sy n="94" d="100"/>
        </p:scale>
        <p:origin x="360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nis Hemp" userId="63059d46-c90d-4f02-b3f2-82c31753ec51" providerId="ADAL" clId="{266296AC-1494-4794-BB5B-B678F71FD440}"/>
    <pc:docChg chg="custSel delSld modSld">
      <pc:chgData name="Jannis Hemp" userId="63059d46-c90d-4f02-b3f2-82c31753ec51" providerId="ADAL" clId="{266296AC-1494-4794-BB5B-B678F71FD440}" dt="2025-09-01T06:59:54.832" v="20" actId="478"/>
      <pc:docMkLst>
        <pc:docMk/>
      </pc:docMkLst>
      <pc:sldChg chg="addSp delSp modSp mod">
        <pc:chgData name="Jannis Hemp" userId="63059d46-c90d-4f02-b3f2-82c31753ec51" providerId="ADAL" clId="{266296AC-1494-4794-BB5B-B678F71FD440}" dt="2025-09-01T06:59:54.832" v="20" actId="478"/>
        <pc:sldMkLst>
          <pc:docMk/>
          <pc:sldMk cId="348435111" sldId="257"/>
        </pc:sldMkLst>
        <pc:spChg chg="mod">
          <ac:chgData name="Jannis Hemp" userId="63059d46-c90d-4f02-b3f2-82c31753ec51" providerId="ADAL" clId="{266296AC-1494-4794-BB5B-B678F71FD440}" dt="2025-09-01T06:59:46.808" v="19" actId="404"/>
          <ac:spMkLst>
            <pc:docMk/>
            <pc:sldMk cId="348435111" sldId="257"/>
            <ac:spMk id="2" creationId="{747FA0AF-C964-C19F-A413-59053ECAB9E7}"/>
          </ac:spMkLst>
        </pc:spChg>
        <pc:spChg chg="del mod">
          <ac:chgData name="Jannis Hemp" userId="63059d46-c90d-4f02-b3f2-82c31753ec51" providerId="ADAL" clId="{266296AC-1494-4794-BB5B-B678F71FD440}" dt="2025-09-01T06:59:54.832" v="20" actId="478"/>
          <ac:spMkLst>
            <pc:docMk/>
            <pc:sldMk cId="348435111" sldId="257"/>
            <ac:spMk id="3" creationId="{F2D891D3-6BC1-2C98-2CFD-6BD93EF7E41D}"/>
          </ac:spMkLst>
        </pc:spChg>
        <pc:spChg chg="add mod">
          <ac:chgData name="Jannis Hemp" userId="63059d46-c90d-4f02-b3f2-82c31753ec51" providerId="ADAL" clId="{266296AC-1494-4794-BB5B-B678F71FD440}" dt="2025-09-01T06:59:54.832" v="20" actId="478"/>
          <ac:spMkLst>
            <pc:docMk/>
            <pc:sldMk cId="348435111" sldId="257"/>
            <ac:spMk id="5" creationId="{58567432-F0E4-6DDC-3BEB-20CC41786B6F}"/>
          </ac:spMkLst>
        </pc:spChg>
      </pc:sldChg>
      <pc:sldChg chg="modSp mod">
        <pc:chgData name="Jannis Hemp" userId="63059d46-c90d-4f02-b3f2-82c31753ec51" providerId="ADAL" clId="{266296AC-1494-4794-BB5B-B678F71FD440}" dt="2025-09-01T06:59:38.216" v="12"/>
        <pc:sldMkLst>
          <pc:docMk/>
          <pc:sldMk cId="1055833520" sldId="258"/>
        </pc:sldMkLst>
        <pc:spChg chg="mod">
          <ac:chgData name="Jannis Hemp" userId="63059d46-c90d-4f02-b3f2-82c31753ec51" providerId="ADAL" clId="{266296AC-1494-4794-BB5B-B678F71FD440}" dt="2025-09-01T06:59:38.216" v="12"/>
          <ac:spMkLst>
            <pc:docMk/>
            <pc:sldMk cId="1055833520" sldId="258"/>
            <ac:spMk id="2" creationId="{753F18E4-EE6A-0FB4-9BD3-2C96BE7AA673}"/>
          </ac:spMkLst>
        </pc:spChg>
      </pc:sldChg>
      <pc:sldChg chg="del">
        <pc:chgData name="Jannis Hemp" userId="63059d46-c90d-4f02-b3f2-82c31753ec51" providerId="ADAL" clId="{266296AC-1494-4794-BB5B-B678F71FD440}" dt="2025-09-01T06:59:40.368" v="13" actId="47"/>
        <pc:sldMkLst>
          <pc:docMk/>
          <pc:sldMk cId="2132290324" sldId="259"/>
        </pc:sldMkLst>
      </pc:sldChg>
      <pc:sldChg chg="del">
        <pc:chgData name="Jannis Hemp" userId="63059d46-c90d-4f02-b3f2-82c31753ec51" providerId="ADAL" clId="{266296AC-1494-4794-BB5B-B678F71FD440}" dt="2025-09-01T06:59:40.769" v="14" actId="47"/>
        <pc:sldMkLst>
          <pc:docMk/>
          <pc:sldMk cId="4003623380" sldId="260"/>
        </pc:sldMkLst>
      </pc:sldChg>
      <pc:sldChg chg="del">
        <pc:chgData name="Jannis Hemp" userId="63059d46-c90d-4f02-b3f2-82c31753ec51" providerId="ADAL" clId="{266296AC-1494-4794-BB5B-B678F71FD440}" dt="2025-09-01T06:59:41.180" v="15" actId="47"/>
        <pc:sldMkLst>
          <pc:docMk/>
          <pc:sldMk cId="961962590" sldId="261"/>
        </pc:sldMkLst>
      </pc:sldChg>
      <pc:sldChg chg="modSp mod">
        <pc:chgData name="Jannis Hemp" userId="63059d46-c90d-4f02-b3f2-82c31753ec51" providerId="ADAL" clId="{266296AC-1494-4794-BB5B-B678F71FD440}" dt="2025-09-01T06:59:13.839" v="10" actId="27636"/>
        <pc:sldMkLst>
          <pc:docMk/>
          <pc:sldMk cId="1871906174" sldId="263"/>
        </pc:sldMkLst>
        <pc:spChg chg="mod">
          <ac:chgData name="Jannis Hemp" userId="63059d46-c90d-4f02-b3f2-82c31753ec51" providerId="ADAL" clId="{266296AC-1494-4794-BB5B-B678F71FD440}" dt="2025-09-01T06:59:13.839" v="10" actId="27636"/>
          <ac:spMkLst>
            <pc:docMk/>
            <pc:sldMk cId="1871906174" sldId="263"/>
            <ac:spMk id="2" creationId="{325C0EA1-8622-24B3-8267-A3511F80A6F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BA3A106-3D27-14D7-034A-0CB1E51AF4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21F2595-4169-5BB7-3224-75963EFE56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F1855-CA8F-4742-AAD1-CA0538E4EA30}" type="datetimeFigureOut">
              <a:rPr lang="de-DE" smtClean="0"/>
              <a:t>01.09.2025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D6C96F2-B829-3C2E-8547-9B73FD4097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0507F6-DFB8-80A6-EB87-9C34679181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CDF0F4-CBC6-4BC3-AA13-A87A1CDBCF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9818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10B0C-9E2C-4DDE-97F2-400290C08600}" type="datetimeFigureOut">
              <a:rPr lang="de-DE" smtClean="0"/>
              <a:t>01.09.2025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57A4D-102E-4CDA-B007-1D3ED5B9BA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0857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57A4D-102E-4CDA-B007-1D3ED5B9BAB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3276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Screenshot, Wasser, draußen, Landschaft enthält.">
            <a:extLst>
              <a:ext uri="{FF2B5EF4-FFF2-40B4-BE49-F238E27FC236}">
                <a16:creationId xmlns:a16="http://schemas.microsoft.com/office/drawing/2014/main" id="{EF52E645-073F-464F-D9D1-AF7EFEB8EF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48" r="5393" b="1"/>
          <a:stretch>
            <a:fillRect/>
          </a:stretch>
        </p:blipFill>
        <p:spPr>
          <a:xfrm>
            <a:off x="-17239" y="0"/>
            <a:ext cx="12209239" cy="6356350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DFB8AAEA-EC72-B41E-E768-6E62A8BF8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993" y="940871"/>
            <a:ext cx="10515599" cy="210343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FD43F1-BC2D-53DC-52B4-56129CA53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B5BFD-E6F9-45C8-8ABA-0B821E473797}" type="datetimeFigureOut">
              <a:rPr lang="de-DE" smtClean="0"/>
              <a:t>01.09.2025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120A21-4708-EE1B-7D68-1CD04D6F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80CDCD-15FF-DBF8-057A-37A8EE52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E83C6-3268-4779-BDC3-9C4B90313F5B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itelplatzhalter 1">
            <a:extLst>
              <a:ext uri="{FF2B5EF4-FFF2-40B4-BE49-F238E27FC236}">
                <a16:creationId xmlns:a16="http://schemas.microsoft.com/office/drawing/2014/main" id="{E7D4C236-82E6-DE68-EE1F-9DDC37771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993" y="330200"/>
            <a:ext cx="10515600" cy="544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Type in </a:t>
            </a:r>
            <a:r>
              <a:rPr lang="de-DE" dirty="0" err="1"/>
              <a:t>your</a:t>
            </a:r>
            <a:r>
              <a:rPr lang="de-DE" dirty="0"/>
              <a:t> Title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ADDB788-3103-A18E-2B4E-E62389BEBA07}"/>
              </a:ext>
            </a:extLst>
          </p:cNvPr>
          <p:cNvSpPr/>
          <p:nvPr userDrawn="1"/>
        </p:nvSpPr>
        <p:spPr>
          <a:xfrm>
            <a:off x="1" y="6356350"/>
            <a:ext cx="12192000" cy="501650"/>
          </a:xfrm>
          <a:prstGeom prst="rect">
            <a:avLst/>
          </a:prstGeom>
          <a:solidFill>
            <a:srgbClr val="183F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5FB2C02-4C62-6A95-4955-FC49C10CA2A4}"/>
              </a:ext>
            </a:extLst>
          </p:cNvPr>
          <p:cNvSpPr txBox="1"/>
          <p:nvPr userDrawn="1"/>
        </p:nvSpPr>
        <p:spPr>
          <a:xfrm>
            <a:off x="-1" y="6422509"/>
            <a:ext cx="9172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prstClr val="white"/>
                </a:solidFill>
                <a:latin typeface="Platform LC Medium"/>
              </a:rPr>
              <a:t>Smart Farming Hackathon 2025</a:t>
            </a:r>
            <a:endParaRPr lang="de-DE" sz="1800" b="0" dirty="0">
              <a:solidFill>
                <a:prstClr val="white"/>
              </a:solidFill>
              <a:latin typeface="Platform L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118251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169F53-E466-C1FB-5EB5-9CFCDE4D9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747D0F-523E-D397-F56D-1E464DF54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11" name="Grafik 10" descr="Ein Bild, das Screenshot, Wasser, draußen, Landschaft enthält.&#10;&#10;KI-generierte Inhalte können fehlerhaft sein.">
            <a:extLst>
              <a:ext uri="{FF2B5EF4-FFF2-40B4-BE49-F238E27FC236}">
                <a16:creationId xmlns:a16="http://schemas.microsoft.com/office/drawing/2014/main" id="{3D60FDCB-D44B-18CC-DC2E-D31B76CEB9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72" t="1" b="41685"/>
          <a:stretch>
            <a:fillRect/>
          </a:stretch>
        </p:blipFill>
        <p:spPr>
          <a:xfrm>
            <a:off x="-1" y="0"/>
            <a:ext cx="1162051" cy="6356350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052F5B90-E531-3D10-42EF-DEAF47D2DB7F}"/>
              </a:ext>
            </a:extLst>
          </p:cNvPr>
          <p:cNvSpPr/>
          <p:nvPr userDrawn="1"/>
        </p:nvSpPr>
        <p:spPr>
          <a:xfrm>
            <a:off x="1" y="6356350"/>
            <a:ext cx="12192000" cy="501650"/>
          </a:xfrm>
          <a:prstGeom prst="rect">
            <a:avLst/>
          </a:prstGeom>
          <a:solidFill>
            <a:srgbClr val="183F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76B90F5-2E36-E8AD-17AB-A3048FDC4C51}"/>
              </a:ext>
            </a:extLst>
          </p:cNvPr>
          <p:cNvSpPr txBox="1"/>
          <p:nvPr userDrawn="1"/>
        </p:nvSpPr>
        <p:spPr>
          <a:xfrm>
            <a:off x="-1" y="6422509"/>
            <a:ext cx="9172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prstClr val="white"/>
                </a:solidFill>
                <a:latin typeface="Platform LC Medium"/>
              </a:rPr>
              <a:t>Smart Farming Hackathon 2025</a:t>
            </a:r>
            <a:endParaRPr lang="de-DE" sz="1800" b="0" dirty="0">
              <a:solidFill>
                <a:prstClr val="white"/>
              </a:solidFill>
              <a:latin typeface="Platform LC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6209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52602C-D128-AF06-6E78-32DA02A9A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71FF45F-9B9C-F278-3D76-CED1FDC25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3D293A-D8A3-453D-7962-BA442BF8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B5BFD-E6F9-45C8-8ABA-0B821E473797}" type="datetimeFigureOut">
              <a:rPr lang="de-DE" smtClean="0"/>
              <a:t>01.09.2025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FAA8D0-7DA0-F7B3-4113-FB1D02E17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6CC1C3-F275-A64B-85F2-9EFA5F19C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E83C6-3268-4779-BDC3-9C4B90313F5B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Ein Bild, das Screenshot, Wasser, draußen, Landschaft enthält.&#10;&#10;KI-generierte Inhalte können fehlerhaft sein.">
            <a:extLst>
              <a:ext uri="{FF2B5EF4-FFF2-40B4-BE49-F238E27FC236}">
                <a16:creationId xmlns:a16="http://schemas.microsoft.com/office/drawing/2014/main" id="{FAC0867E-96A7-C9E7-4985-41EE4B106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72" t="1" b="41685"/>
          <a:stretch>
            <a:fillRect/>
          </a:stretch>
        </p:blipFill>
        <p:spPr>
          <a:xfrm>
            <a:off x="-1" y="0"/>
            <a:ext cx="1162051" cy="635635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AD3C78F9-C92F-E1DD-F73A-697FEEBED83E}"/>
              </a:ext>
            </a:extLst>
          </p:cNvPr>
          <p:cNvSpPr/>
          <p:nvPr userDrawn="1"/>
        </p:nvSpPr>
        <p:spPr>
          <a:xfrm>
            <a:off x="1" y="6356350"/>
            <a:ext cx="12192000" cy="501650"/>
          </a:xfrm>
          <a:prstGeom prst="rect">
            <a:avLst/>
          </a:prstGeom>
          <a:solidFill>
            <a:srgbClr val="183F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F66791E-C1DA-1BB1-E203-C5125C02A44D}"/>
              </a:ext>
            </a:extLst>
          </p:cNvPr>
          <p:cNvSpPr txBox="1"/>
          <p:nvPr userDrawn="1"/>
        </p:nvSpPr>
        <p:spPr>
          <a:xfrm>
            <a:off x="-1" y="6422509"/>
            <a:ext cx="9172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prstClr val="white"/>
                </a:solidFill>
                <a:latin typeface="Platform LC Medium"/>
              </a:rPr>
              <a:t>Smart Farming Hackathon 2025!</a:t>
            </a:r>
            <a:endParaRPr lang="de-DE" sz="1800" b="0" dirty="0">
              <a:solidFill>
                <a:prstClr val="white"/>
              </a:solidFill>
              <a:latin typeface="Platform L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31752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02D12-0206-616C-DBD9-447B98876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3312CD-7EBB-0F8A-7214-956960EEE9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E6548C-9065-21D5-3F2C-B3D24D64C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806AC3-AB4B-B41F-6EC6-B67B125C7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B5BFD-E6F9-45C8-8ABA-0B821E473797}" type="datetimeFigureOut">
              <a:rPr lang="de-DE" smtClean="0"/>
              <a:t>01.09.2025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E6DC93-303D-AFC0-90AE-8BFD1B465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F77F36-1B1F-97BE-C907-9995337A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E83C6-3268-4779-BDC3-9C4B90313F5B}" type="slidenum">
              <a:rPr lang="de-DE" smtClean="0"/>
              <a:t>‹Nr.›</a:t>
            </a:fld>
            <a:endParaRPr lang="de-DE"/>
          </a:p>
        </p:txBody>
      </p:sp>
      <p:pic>
        <p:nvPicPr>
          <p:cNvPr id="8" name="Grafik 7" descr="Ein Bild, das Screenshot, Wasser, draußen, Landschaft enthält.&#10;&#10;KI-generierte Inhalte können fehlerhaft sein.">
            <a:extLst>
              <a:ext uri="{FF2B5EF4-FFF2-40B4-BE49-F238E27FC236}">
                <a16:creationId xmlns:a16="http://schemas.microsoft.com/office/drawing/2014/main" id="{72E96548-7EF6-6C94-23A0-E1A6118619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72" t="1" b="41685"/>
          <a:stretch>
            <a:fillRect/>
          </a:stretch>
        </p:blipFill>
        <p:spPr>
          <a:xfrm>
            <a:off x="-1" y="0"/>
            <a:ext cx="1162051" cy="635635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8BA2DA4A-34E4-D13B-CB46-65E17B7AFCC9}"/>
              </a:ext>
            </a:extLst>
          </p:cNvPr>
          <p:cNvSpPr/>
          <p:nvPr userDrawn="1"/>
        </p:nvSpPr>
        <p:spPr>
          <a:xfrm>
            <a:off x="1" y="6356350"/>
            <a:ext cx="12192000" cy="501650"/>
          </a:xfrm>
          <a:prstGeom prst="rect">
            <a:avLst/>
          </a:prstGeom>
          <a:solidFill>
            <a:srgbClr val="183F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F4D35DF-DE75-A3DB-24AD-BDB88B2382EC}"/>
              </a:ext>
            </a:extLst>
          </p:cNvPr>
          <p:cNvSpPr txBox="1"/>
          <p:nvPr userDrawn="1"/>
        </p:nvSpPr>
        <p:spPr>
          <a:xfrm>
            <a:off x="-1" y="6422509"/>
            <a:ext cx="9172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prstClr val="white"/>
                </a:solidFill>
                <a:latin typeface="Platform LC Medium"/>
              </a:rPr>
              <a:t>Smart Farming Hackathon 2025!</a:t>
            </a:r>
            <a:endParaRPr lang="de-DE" sz="1800" b="0" dirty="0">
              <a:solidFill>
                <a:prstClr val="white"/>
              </a:solidFill>
              <a:latin typeface="Platform L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1468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947EEC-8014-00D4-9525-5502A7B12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64A3A7-405F-FC88-A19F-EBA742161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3C496D8-640E-4A43-794C-F78827A8E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EDD26FB-526D-B94D-B940-FC7C622DB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17B4C07-16BF-DAB6-0321-62A824B736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CA5F3AE-70A9-D268-D975-6DE4409C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B5BFD-E6F9-45C8-8ABA-0B821E473797}" type="datetimeFigureOut">
              <a:rPr lang="de-DE" smtClean="0"/>
              <a:t>01.09.2025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EF9DA1E-2547-7191-CBD4-A43DCF338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51E376B-0EDA-8286-CD19-4C2B9DD14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E83C6-3268-4779-BDC3-9C4B90313F5B}" type="slidenum">
              <a:rPr lang="de-DE" smtClean="0"/>
              <a:t>‹Nr.›</a:t>
            </a:fld>
            <a:endParaRPr lang="de-DE"/>
          </a:p>
        </p:txBody>
      </p:sp>
      <p:pic>
        <p:nvPicPr>
          <p:cNvPr id="10" name="Grafik 9" descr="Ein Bild, das Screenshot, Wasser, draußen, Landschaft enthält.&#10;&#10;KI-generierte Inhalte können fehlerhaft sein.">
            <a:extLst>
              <a:ext uri="{FF2B5EF4-FFF2-40B4-BE49-F238E27FC236}">
                <a16:creationId xmlns:a16="http://schemas.microsoft.com/office/drawing/2014/main" id="{1C9AAF59-B6EE-0397-111E-FBCE127E1E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72" t="1" b="41685"/>
          <a:stretch>
            <a:fillRect/>
          </a:stretch>
        </p:blipFill>
        <p:spPr>
          <a:xfrm>
            <a:off x="-1" y="0"/>
            <a:ext cx="1162051" cy="635635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2365C614-16B7-1E9B-6558-3102F83B786F}"/>
              </a:ext>
            </a:extLst>
          </p:cNvPr>
          <p:cNvSpPr/>
          <p:nvPr userDrawn="1"/>
        </p:nvSpPr>
        <p:spPr>
          <a:xfrm>
            <a:off x="1" y="6356350"/>
            <a:ext cx="12192000" cy="501650"/>
          </a:xfrm>
          <a:prstGeom prst="rect">
            <a:avLst/>
          </a:prstGeom>
          <a:solidFill>
            <a:srgbClr val="183F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8F7C3C1-5203-87C8-CF39-B7F0C11005F7}"/>
              </a:ext>
            </a:extLst>
          </p:cNvPr>
          <p:cNvSpPr txBox="1"/>
          <p:nvPr userDrawn="1"/>
        </p:nvSpPr>
        <p:spPr>
          <a:xfrm>
            <a:off x="-1" y="6422509"/>
            <a:ext cx="9172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prstClr val="white"/>
                </a:solidFill>
                <a:latin typeface="Platform LC Medium"/>
              </a:rPr>
              <a:t>Smart Farming Hackathon 2025!</a:t>
            </a:r>
            <a:endParaRPr lang="de-DE" sz="1800" b="0" dirty="0">
              <a:solidFill>
                <a:prstClr val="white"/>
              </a:solidFill>
              <a:latin typeface="Platform L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6459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6D007C-CF2E-5C9F-DAC5-111F02417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E324284-4781-9121-F8E7-001BB3AC1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B5BFD-E6F9-45C8-8ABA-0B821E473797}" type="datetimeFigureOut">
              <a:rPr lang="de-DE" smtClean="0"/>
              <a:t>01.09.2025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E330A0-E47C-669E-B39C-15FECA179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387875-2DF0-353C-71E8-A06C569D2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E83C6-3268-4779-BDC3-9C4B90313F5B}" type="slidenum">
              <a:rPr lang="de-DE" smtClean="0"/>
              <a:t>‹Nr.›</a:t>
            </a:fld>
            <a:endParaRPr lang="de-DE"/>
          </a:p>
        </p:txBody>
      </p:sp>
      <p:pic>
        <p:nvPicPr>
          <p:cNvPr id="6" name="Grafik 5" descr="Ein Bild, das Screenshot, Wasser, draußen, Landschaft enthält.&#10;&#10;KI-generierte Inhalte können fehlerhaft sein.">
            <a:extLst>
              <a:ext uri="{FF2B5EF4-FFF2-40B4-BE49-F238E27FC236}">
                <a16:creationId xmlns:a16="http://schemas.microsoft.com/office/drawing/2014/main" id="{B0B3A74C-B512-F08E-168E-E020A5777A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72" t="1" b="41685"/>
          <a:stretch>
            <a:fillRect/>
          </a:stretch>
        </p:blipFill>
        <p:spPr>
          <a:xfrm>
            <a:off x="-1" y="0"/>
            <a:ext cx="1162051" cy="635635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F1EF7454-B7DC-74FC-22E7-66C1A5215187}"/>
              </a:ext>
            </a:extLst>
          </p:cNvPr>
          <p:cNvSpPr/>
          <p:nvPr userDrawn="1"/>
        </p:nvSpPr>
        <p:spPr>
          <a:xfrm>
            <a:off x="1" y="6356350"/>
            <a:ext cx="12192000" cy="501650"/>
          </a:xfrm>
          <a:prstGeom prst="rect">
            <a:avLst/>
          </a:prstGeom>
          <a:solidFill>
            <a:srgbClr val="183F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1828209-49C2-C5A8-5848-61C153CD9AD4}"/>
              </a:ext>
            </a:extLst>
          </p:cNvPr>
          <p:cNvSpPr txBox="1"/>
          <p:nvPr userDrawn="1"/>
        </p:nvSpPr>
        <p:spPr>
          <a:xfrm>
            <a:off x="-1" y="6422509"/>
            <a:ext cx="9172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prstClr val="white"/>
                </a:solidFill>
                <a:latin typeface="Platform LC Medium"/>
              </a:rPr>
              <a:t>Smart Farming Hackathon 2025!</a:t>
            </a:r>
            <a:endParaRPr lang="de-DE" sz="1800" b="0" dirty="0">
              <a:solidFill>
                <a:prstClr val="white"/>
              </a:solidFill>
              <a:latin typeface="Platform LC Medium"/>
            </a:endParaRPr>
          </a:p>
        </p:txBody>
      </p:sp>
    </p:spTree>
    <p:extLst>
      <p:ext uri="{BB962C8B-B14F-4D97-AF65-F5344CB8AC3E}">
        <p14:creationId xmlns:p14="http://schemas.microsoft.com/office/powerpoint/2010/main" val="869671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661724C-CF4B-10FD-238F-B71C20D12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B5BFD-E6F9-45C8-8ABA-0B821E473797}" type="datetimeFigureOut">
              <a:rPr lang="de-DE" smtClean="0"/>
              <a:t>01.09.2025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AF629E-530E-23B8-19E3-3FA6A6D4D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44CA9D-C309-E0E0-23E5-39EE83353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E83C6-3268-4779-BDC3-9C4B90313F5B}" type="slidenum">
              <a:rPr lang="de-DE" smtClean="0"/>
              <a:t>‹Nr.›</a:t>
            </a:fld>
            <a:endParaRPr lang="de-DE"/>
          </a:p>
        </p:txBody>
      </p:sp>
      <p:pic>
        <p:nvPicPr>
          <p:cNvPr id="5" name="Grafik 4" descr="Ein Bild, das Screenshot, Wasser, draußen, Landschaft enthält.&#10;&#10;KI-generierte Inhalte können fehlerhaft sein.">
            <a:extLst>
              <a:ext uri="{FF2B5EF4-FFF2-40B4-BE49-F238E27FC236}">
                <a16:creationId xmlns:a16="http://schemas.microsoft.com/office/drawing/2014/main" id="{7FCA5E42-4C01-95E7-0138-7FC4827C75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72" t="1" b="41685"/>
          <a:stretch>
            <a:fillRect/>
          </a:stretch>
        </p:blipFill>
        <p:spPr>
          <a:xfrm>
            <a:off x="-1" y="0"/>
            <a:ext cx="1162051" cy="635635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6EF161C4-4B63-37F4-B1A6-99658468E5AD}"/>
              </a:ext>
            </a:extLst>
          </p:cNvPr>
          <p:cNvSpPr/>
          <p:nvPr userDrawn="1"/>
        </p:nvSpPr>
        <p:spPr>
          <a:xfrm>
            <a:off x="1" y="6356350"/>
            <a:ext cx="12192000" cy="501650"/>
          </a:xfrm>
          <a:prstGeom prst="rect">
            <a:avLst/>
          </a:prstGeom>
          <a:solidFill>
            <a:srgbClr val="183F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B454C1-9FCA-4918-45E4-AFADEA39A490}"/>
              </a:ext>
            </a:extLst>
          </p:cNvPr>
          <p:cNvSpPr txBox="1"/>
          <p:nvPr userDrawn="1"/>
        </p:nvSpPr>
        <p:spPr>
          <a:xfrm>
            <a:off x="-1" y="6422509"/>
            <a:ext cx="9172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prstClr val="white"/>
                </a:solidFill>
                <a:latin typeface="Platform LC Medium"/>
              </a:rPr>
              <a:t>Smart Farming Hackathon 2025!</a:t>
            </a:r>
            <a:endParaRPr lang="de-DE" sz="1800" b="0" dirty="0">
              <a:solidFill>
                <a:prstClr val="white"/>
              </a:solidFill>
              <a:latin typeface="Platform L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15625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D539F5-3515-87EF-2264-393C9DEE9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6D246D-9756-596F-B68B-AE27890D4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CAF576A-B456-5B56-4D14-AABA90393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3165D39-E08F-571C-FC07-0AD0E1472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B5BFD-E6F9-45C8-8ABA-0B821E473797}" type="datetimeFigureOut">
              <a:rPr lang="de-DE" smtClean="0"/>
              <a:t>01.09.2025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BD5694-5CC7-D076-98C0-E04A06883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9EA1C5-20F3-CFCB-2F0A-DF827153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E83C6-3268-4779-BDC3-9C4B90313F5B}" type="slidenum">
              <a:rPr lang="de-DE" smtClean="0"/>
              <a:t>‹Nr.›</a:t>
            </a:fld>
            <a:endParaRPr lang="de-DE"/>
          </a:p>
        </p:txBody>
      </p:sp>
      <p:pic>
        <p:nvPicPr>
          <p:cNvPr id="8" name="Grafik 7" descr="Ein Bild, das Screenshot, Wasser, draußen, Landschaft enthält.&#10;&#10;KI-generierte Inhalte können fehlerhaft sein.">
            <a:extLst>
              <a:ext uri="{FF2B5EF4-FFF2-40B4-BE49-F238E27FC236}">
                <a16:creationId xmlns:a16="http://schemas.microsoft.com/office/drawing/2014/main" id="{85585B00-D1F8-B428-E332-40EF8A61D1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72" t="1" b="41685"/>
          <a:stretch>
            <a:fillRect/>
          </a:stretch>
        </p:blipFill>
        <p:spPr>
          <a:xfrm>
            <a:off x="-1" y="0"/>
            <a:ext cx="1162051" cy="635635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B0853067-1938-1C7F-FDFF-104981D65A4B}"/>
              </a:ext>
            </a:extLst>
          </p:cNvPr>
          <p:cNvSpPr/>
          <p:nvPr userDrawn="1"/>
        </p:nvSpPr>
        <p:spPr>
          <a:xfrm>
            <a:off x="1" y="6356350"/>
            <a:ext cx="12192000" cy="501650"/>
          </a:xfrm>
          <a:prstGeom prst="rect">
            <a:avLst/>
          </a:prstGeom>
          <a:solidFill>
            <a:srgbClr val="183F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8A1E6B7-4FCC-D177-2DD3-F1BDC70BBD37}"/>
              </a:ext>
            </a:extLst>
          </p:cNvPr>
          <p:cNvSpPr txBox="1"/>
          <p:nvPr userDrawn="1"/>
        </p:nvSpPr>
        <p:spPr>
          <a:xfrm>
            <a:off x="-1" y="6422509"/>
            <a:ext cx="9172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prstClr val="white"/>
                </a:solidFill>
                <a:latin typeface="Platform LC Medium"/>
              </a:rPr>
              <a:t>Smart Farming Hackathon 2025!</a:t>
            </a:r>
            <a:endParaRPr lang="de-DE" sz="1800" b="0" dirty="0">
              <a:solidFill>
                <a:prstClr val="white"/>
              </a:solidFill>
              <a:latin typeface="Platform L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1039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E7BA39-93F1-CC2A-BCBE-63967C987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2EAA316-85CC-DB66-AE09-D21E3DE1F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283C0D2-707A-5ECA-D6B7-45E5D05A1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0ECD9D-13BC-0A96-A47C-F29751FF0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B5BFD-E6F9-45C8-8ABA-0B821E473797}" type="datetimeFigureOut">
              <a:rPr lang="de-DE" smtClean="0"/>
              <a:t>01.09.2025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C4E1A0-1340-E35E-3516-C086CA8B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29CF48-EB20-99D8-10F1-17058623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E83C6-3268-4779-BDC3-9C4B90313F5B}" type="slidenum">
              <a:rPr lang="de-DE" smtClean="0"/>
              <a:t>‹Nr.›</a:t>
            </a:fld>
            <a:endParaRPr lang="de-DE"/>
          </a:p>
        </p:txBody>
      </p:sp>
      <p:pic>
        <p:nvPicPr>
          <p:cNvPr id="8" name="Grafik 7" descr="Ein Bild, das Screenshot, Wasser, draußen, Landschaft enthält.&#10;&#10;KI-generierte Inhalte können fehlerhaft sein.">
            <a:extLst>
              <a:ext uri="{FF2B5EF4-FFF2-40B4-BE49-F238E27FC236}">
                <a16:creationId xmlns:a16="http://schemas.microsoft.com/office/drawing/2014/main" id="{90F8EA0D-99E8-C453-04A4-F9DB8AD136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72" t="1" b="41685"/>
          <a:stretch>
            <a:fillRect/>
          </a:stretch>
        </p:blipFill>
        <p:spPr>
          <a:xfrm>
            <a:off x="-1" y="0"/>
            <a:ext cx="1162051" cy="635635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0A1C9068-747A-EDAB-33EA-7D2E47EE0491}"/>
              </a:ext>
            </a:extLst>
          </p:cNvPr>
          <p:cNvSpPr/>
          <p:nvPr userDrawn="1"/>
        </p:nvSpPr>
        <p:spPr>
          <a:xfrm>
            <a:off x="1" y="6356350"/>
            <a:ext cx="12192000" cy="501650"/>
          </a:xfrm>
          <a:prstGeom prst="rect">
            <a:avLst/>
          </a:prstGeom>
          <a:solidFill>
            <a:srgbClr val="183F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6E423A5-3328-5884-63EC-F1F4AC36434B}"/>
              </a:ext>
            </a:extLst>
          </p:cNvPr>
          <p:cNvSpPr txBox="1"/>
          <p:nvPr userDrawn="1"/>
        </p:nvSpPr>
        <p:spPr>
          <a:xfrm>
            <a:off x="-1" y="6422509"/>
            <a:ext cx="9172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prstClr val="white"/>
                </a:solidFill>
                <a:latin typeface="Platform LC Medium"/>
              </a:rPr>
              <a:t>Smart Farming Hackathon 2025!</a:t>
            </a:r>
            <a:endParaRPr lang="de-DE" sz="1800" b="0" dirty="0">
              <a:solidFill>
                <a:prstClr val="white"/>
              </a:solidFill>
              <a:latin typeface="Platform L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47148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D9306C-CAB0-2A06-786D-770F1F572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58BFFC-52D9-C8F7-A940-AFCE5886D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56E3DC-E83C-18CA-345D-AA0D13F70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B5BFD-E6F9-45C8-8ABA-0B821E473797}" type="datetimeFigureOut">
              <a:rPr lang="de-DE" smtClean="0"/>
              <a:t>01.09.2025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48EEB3-38CC-AAAE-126A-B145941A8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2239A0-A3F5-70CB-4088-889313C30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E83C6-3268-4779-BDC3-9C4B90313F5B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Ein Bild, das Screenshot, Wasser, draußen, Landschaft enthält.&#10;&#10;KI-generierte Inhalte können fehlerhaft sein.">
            <a:extLst>
              <a:ext uri="{FF2B5EF4-FFF2-40B4-BE49-F238E27FC236}">
                <a16:creationId xmlns:a16="http://schemas.microsoft.com/office/drawing/2014/main" id="{2814F790-4CB5-9BCF-FC82-5031982C9C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72" t="1" b="41685"/>
          <a:stretch>
            <a:fillRect/>
          </a:stretch>
        </p:blipFill>
        <p:spPr>
          <a:xfrm>
            <a:off x="-1" y="0"/>
            <a:ext cx="1162051" cy="635635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8C5059D8-62F2-4255-638C-13919800B0E0}"/>
              </a:ext>
            </a:extLst>
          </p:cNvPr>
          <p:cNvSpPr/>
          <p:nvPr userDrawn="1"/>
        </p:nvSpPr>
        <p:spPr>
          <a:xfrm>
            <a:off x="1" y="6356350"/>
            <a:ext cx="12192000" cy="501650"/>
          </a:xfrm>
          <a:prstGeom prst="rect">
            <a:avLst/>
          </a:prstGeom>
          <a:solidFill>
            <a:srgbClr val="183F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2D76E52-821D-C481-CD0D-900458106B71}"/>
              </a:ext>
            </a:extLst>
          </p:cNvPr>
          <p:cNvSpPr txBox="1"/>
          <p:nvPr userDrawn="1"/>
        </p:nvSpPr>
        <p:spPr>
          <a:xfrm>
            <a:off x="-1" y="6422509"/>
            <a:ext cx="9172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prstClr val="white"/>
                </a:solidFill>
                <a:latin typeface="Platform LC Medium"/>
              </a:rPr>
              <a:t>Smart Farming Hackathon 2025!</a:t>
            </a:r>
            <a:endParaRPr lang="de-DE" sz="1800" b="0" dirty="0">
              <a:solidFill>
                <a:prstClr val="white"/>
              </a:solidFill>
              <a:latin typeface="Platform L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95545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6849398-041F-B770-FC44-BF30371E8F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6BD851F-56AC-C221-2CED-6E92B89D7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35EB06-B025-9923-D7EB-9A1757DEE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B5BFD-E6F9-45C8-8ABA-0B821E473797}" type="datetimeFigureOut">
              <a:rPr lang="de-DE" smtClean="0"/>
              <a:t>01.09.2025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ED52AF-2175-B4D6-09AF-B8B1F21E4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96807B-A9FD-A64A-E6D9-B3C76253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E83C6-3268-4779-BDC3-9C4B90313F5B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 descr="Ein Bild, das Screenshot, Wasser, draußen, Landschaft enthält.&#10;&#10;KI-generierte Inhalte können fehlerhaft sein.">
            <a:extLst>
              <a:ext uri="{FF2B5EF4-FFF2-40B4-BE49-F238E27FC236}">
                <a16:creationId xmlns:a16="http://schemas.microsoft.com/office/drawing/2014/main" id="{314D1DFB-C1FB-B9BB-E53B-929FC7AB63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72" t="1" b="41685"/>
          <a:stretch>
            <a:fillRect/>
          </a:stretch>
        </p:blipFill>
        <p:spPr>
          <a:xfrm>
            <a:off x="-1" y="0"/>
            <a:ext cx="1162051" cy="635635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C0D36F00-37F6-FEE4-5F62-A02D3E88BC18}"/>
              </a:ext>
            </a:extLst>
          </p:cNvPr>
          <p:cNvSpPr/>
          <p:nvPr userDrawn="1"/>
        </p:nvSpPr>
        <p:spPr>
          <a:xfrm>
            <a:off x="1" y="6356350"/>
            <a:ext cx="12192000" cy="501650"/>
          </a:xfrm>
          <a:prstGeom prst="rect">
            <a:avLst/>
          </a:prstGeom>
          <a:solidFill>
            <a:srgbClr val="183F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8B2E411-1515-FC68-898D-9067403EEC77}"/>
              </a:ext>
            </a:extLst>
          </p:cNvPr>
          <p:cNvSpPr txBox="1"/>
          <p:nvPr userDrawn="1"/>
        </p:nvSpPr>
        <p:spPr>
          <a:xfrm>
            <a:off x="-1" y="6422509"/>
            <a:ext cx="9172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prstClr val="white"/>
                </a:solidFill>
                <a:latin typeface="Platform LC Medium"/>
              </a:rPr>
              <a:t>Smart Farming Hackathon 2025!</a:t>
            </a:r>
            <a:endParaRPr lang="de-DE" sz="1800" b="0" dirty="0">
              <a:solidFill>
                <a:prstClr val="white"/>
              </a:solidFill>
              <a:latin typeface="Platform L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09070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C15F0E8-B966-A4FA-B5FB-CF9119EEA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321469"/>
            <a:ext cx="10515600" cy="544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Type in </a:t>
            </a:r>
            <a:r>
              <a:rPr lang="de-DE" dirty="0" err="1"/>
              <a:t>your</a:t>
            </a:r>
            <a:r>
              <a:rPr lang="de-DE" dirty="0"/>
              <a:t> Title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24B742-00F5-BA53-8ACF-35534D2BA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6825" y="100250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A0C031-82DA-AC1C-168C-EFFB61A26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4B5BFD-E6F9-45C8-8ABA-0B821E473797}" type="datetimeFigureOut">
              <a:rPr lang="de-DE" smtClean="0"/>
              <a:t>01.09.2025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4D7C45-D5CE-E96D-8A1F-7067910B1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DD5292-A5A0-E4D9-33D7-1DF9470C6B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E83C6-3268-4779-BDC3-9C4B90313F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5353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325C0EA1-8622-24B3-8267-A3511F80A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993" y="940871"/>
            <a:ext cx="10515599" cy="485032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de-DE" sz="3200" b="1" dirty="0"/>
              <a:t>Pitch Guidelines (4–5 min)</a:t>
            </a:r>
            <a:endParaRPr lang="de-DE" sz="3200" dirty="0"/>
          </a:p>
          <a:p>
            <a:pPr marL="536575" indent="-536575" algn="l">
              <a:buFont typeface="Arial" panose="020B0604020202020204" pitchFamily="34" charset="0"/>
              <a:buChar char="•"/>
            </a:pPr>
            <a:r>
              <a:rPr lang="de-DE" sz="3200" dirty="0"/>
              <a:t>1-3 </a:t>
            </a:r>
            <a:r>
              <a:rPr lang="de-DE" sz="3200" dirty="0" err="1"/>
              <a:t>slides</a:t>
            </a:r>
            <a:r>
              <a:rPr lang="de-DE" sz="3200" dirty="0"/>
              <a:t> – </a:t>
            </a:r>
            <a:r>
              <a:rPr lang="de-DE" sz="3200" dirty="0" err="1"/>
              <a:t>keep</a:t>
            </a:r>
            <a:r>
              <a:rPr lang="de-DE" sz="3200" dirty="0"/>
              <a:t> </a:t>
            </a:r>
            <a:r>
              <a:rPr lang="de-DE" sz="3200" dirty="0" err="1"/>
              <a:t>it</a:t>
            </a:r>
            <a:r>
              <a:rPr lang="de-DE" sz="3200" dirty="0"/>
              <a:t> simple!</a:t>
            </a:r>
          </a:p>
          <a:p>
            <a:pPr marL="536575" indent="-536575" algn="l">
              <a:buFont typeface="Arial" panose="020B0604020202020204" pitchFamily="34" charset="0"/>
              <a:buChar char="•"/>
            </a:pPr>
            <a:r>
              <a:rPr lang="de-DE" sz="3200" b="1" dirty="0"/>
              <a:t>Focus</a:t>
            </a:r>
            <a:r>
              <a:rPr lang="de-DE" sz="3200" dirty="0"/>
              <a:t>: Problem → Solution → </a:t>
            </a:r>
            <a:r>
              <a:rPr lang="de-DE" sz="3200" dirty="0" err="1"/>
              <a:t>How</a:t>
            </a:r>
            <a:r>
              <a:rPr lang="de-DE" sz="3200" dirty="0"/>
              <a:t> </a:t>
            </a:r>
            <a:r>
              <a:rPr lang="de-DE" sz="3200" dirty="0" err="1"/>
              <a:t>it</a:t>
            </a:r>
            <a:r>
              <a:rPr lang="de-DE" sz="3200" dirty="0"/>
              <a:t> </a:t>
            </a:r>
            <a:r>
              <a:rPr lang="de-DE" sz="3200" dirty="0" err="1"/>
              <a:t>works</a:t>
            </a:r>
            <a:r>
              <a:rPr lang="de-DE" sz="3200" dirty="0"/>
              <a:t> → Impact → Next </a:t>
            </a:r>
            <a:r>
              <a:rPr lang="de-DE" sz="3200" dirty="0" err="1"/>
              <a:t>steps</a:t>
            </a:r>
            <a:endParaRPr lang="de-DE" sz="3200" dirty="0"/>
          </a:p>
          <a:p>
            <a:pPr marL="536575" indent="-536575" algn="l">
              <a:buFont typeface="Arial" panose="020B0604020202020204" pitchFamily="34" charset="0"/>
              <a:buChar char="•"/>
            </a:pPr>
            <a:r>
              <a:rPr lang="de-DE" sz="3200" dirty="0"/>
              <a:t>Demo/</a:t>
            </a:r>
            <a:r>
              <a:rPr lang="de-DE" sz="3200" dirty="0" err="1"/>
              <a:t>screenshots</a:t>
            </a:r>
            <a:r>
              <a:rPr lang="de-DE" sz="3200" dirty="0"/>
              <a:t> </a:t>
            </a:r>
            <a:r>
              <a:rPr lang="de-DE" sz="3200" dirty="0" err="1"/>
              <a:t>welcome</a:t>
            </a:r>
            <a:endParaRPr lang="de-DE" sz="3200" dirty="0"/>
          </a:p>
          <a:p>
            <a:pPr marL="536575" indent="-536575" algn="l">
              <a:buFont typeface="Arial" panose="020B0604020202020204" pitchFamily="34" charset="0"/>
              <a:buChar char="•"/>
            </a:pPr>
            <a:r>
              <a:rPr lang="de-DE" sz="3200" dirty="0"/>
              <a:t>Judges </a:t>
            </a:r>
            <a:r>
              <a:rPr lang="de-DE" sz="3200" dirty="0" err="1"/>
              <a:t>evaluate</a:t>
            </a:r>
            <a:r>
              <a:rPr lang="de-DE" sz="3200" dirty="0"/>
              <a:t>: </a:t>
            </a:r>
            <a:r>
              <a:rPr lang="de-DE" sz="3200" dirty="0" err="1"/>
              <a:t>the</a:t>
            </a:r>
            <a:r>
              <a:rPr lang="de-DE" sz="3200" dirty="0"/>
              <a:t> 5 </a:t>
            </a:r>
            <a:r>
              <a:rPr lang="de-DE" sz="3200" dirty="0" err="1"/>
              <a:t>categories</a:t>
            </a:r>
            <a:r>
              <a:rPr lang="de-DE" sz="3200" dirty="0"/>
              <a:t> </a:t>
            </a:r>
          </a:p>
          <a:p>
            <a:pPr marL="993775" lvl="1" indent="-536575" algn="l">
              <a:buFont typeface="Arial" panose="020B0604020202020204" pitchFamily="34" charset="0"/>
              <a:buChar char="•"/>
            </a:pPr>
            <a:r>
              <a:rPr lang="en-US" sz="2800" dirty="0"/>
              <a:t>Use Case Fidelity</a:t>
            </a:r>
          </a:p>
          <a:p>
            <a:pPr marL="993775" lvl="1" indent="-536575" algn="l">
              <a:buFont typeface="Arial" panose="020B0604020202020204" pitchFamily="34" charset="0"/>
              <a:buChar char="•"/>
            </a:pPr>
            <a:r>
              <a:rPr lang="en-US" sz="2800" dirty="0"/>
              <a:t>Practical Relevance</a:t>
            </a:r>
          </a:p>
          <a:p>
            <a:pPr marL="993775" lvl="1" indent="-536575" algn="l">
              <a:buFont typeface="Arial" panose="020B0604020202020204" pitchFamily="34" charset="0"/>
              <a:buChar char="•"/>
            </a:pPr>
            <a:r>
              <a:rPr lang="en-US" sz="2800" dirty="0"/>
              <a:t>Quality &amp; Innovation of the Solution </a:t>
            </a:r>
          </a:p>
          <a:p>
            <a:pPr marL="993775" lvl="1" indent="-536575" algn="l">
              <a:buFont typeface="Arial" panose="020B0604020202020204" pitchFamily="34" charset="0"/>
              <a:buChar char="•"/>
            </a:pPr>
            <a:r>
              <a:rPr lang="en-US" sz="2800" dirty="0"/>
              <a:t>Technical Implementation</a:t>
            </a:r>
          </a:p>
          <a:p>
            <a:pPr marL="993775" lvl="1" indent="-536575" algn="l">
              <a:buFont typeface="Arial" panose="020B0604020202020204" pitchFamily="34" charset="0"/>
              <a:buChar char="•"/>
            </a:pPr>
            <a:r>
              <a:rPr lang="en-US" sz="2800" dirty="0"/>
              <a:t>Teamwork &amp; Presentation</a:t>
            </a:r>
          </a:p>
          <a:p>
            <a:pPr marL="536575" indent="-536575" algn="l">
              <a:buFont typeface="Arial" panose="020B0604020202020204" pitchFamily="34" charset="0"/>
              <a:buChar char="•"/>
            </a:pPr>
            <a:r>
              <a:rPr lang="de-DE" sz="3200" dirty="0"/>
              <a:t>End </a:t>
            </a:r>
            <a:r>
              <a:rPr lang="de-DE" sz="3200" dirty="0" err="1"/>
              <a:t>with</a:t>
            </a:r>
            <a:r>
              <a:rPr lang="de-DE" sz="3200" dirty="0"/>
              <a:t> a </a:t>
            </a:r>
            <a:r>
              <a:rPr lang="de-DE" sz="3200" dirty="0" err="1"/>
              <a:t>clear</a:t>
            </a:r>
            <a:r>
              <a:rPr lang="de-DE" sz="3200" dirty="0"/>
              <a:t> “</a:t>
            </a:r>
            <a:r>
              <a:rPr lang="de-DE" sz="3200" dirty="0" err="1"/>
              <a:t>Why</a:t>
            </a:r>
            <a:r>
              <a:rPr lang="de-DE" sz="3200" dirty="0"/>
              <a:t> </a:t>
            </a:r>
            <a:r>
              <a:rPr lang="de-DE" sz="3200" dirty="0" err="1"/>
              <a:t>us</a:t>
            </a:r>
            <a:r>
              <a:rPr lang="de-DE" sz="3200" dirty="0"/>
              <a:t> / </a:t>
            </a:r>
            <a:r>
              <a:rPr lang="de-DE" sz="3200" dirty="0" err="1"/>
              <a:t>Why</a:t>
            </a:r>
            <a:r>
              <a:rPr lang="de-DE" sz="3200" dirty="0"/>
              <a:t> </a:t>
            </a:r>
            <a:r>
              <a:rPr lang="de-DE" sz="3200" dirty="0" err="1"/>
              <a:t>this</a:t>
            </a:r>
            <a:r>
              <a:rPr lang="de-DE" sz="3200" dirty="0"/>
              <a:t> </a:t>
            </a:r>
            <a:r>
              <a:rPr lang="de-DE" sz="3200" dirty="0" err="1"/>
              <a:t>solution</a:t>
            </a:r>
            <a:r>
              <a:rPr lang="de-DE" sz="3200" dirty="0"/>
              <a:t>?”</a:t>
            </a:r>
          </a:p>
          <a:p>
            <a:endParaRPr lang="de-DE" sz="70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E56DD12-3B1F-9269-99CF-7ECA4373B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Welcome to Your Pitch Deck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1906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7FA0AF-C964-C19F-A413-59053ECA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321468"/>
            <a:ext cx="10515600" cy="681037"/>
          </a:xfrm>
        </p:spPr>
        <p:txBody>
          <a:bodyPr>
            <a:noAutofit/>
          </a:bodyPr>
          <a:lstStyle/>
          <a:p>
            <a:r>
              <a:rPr lang="de-DE" sz="2400" dirty="0"/>
              <a:t>Problem → Solution → </a:t>
            </a:r>
            <a:r>
              <a:rPr lang="de-DE" sz="2400" dirty="0" err="1"/>
              <a:t>How</a:t>
            </a:r>
            <a:r>
              <a:rPr lang="de-DE" sz="2400" dirty="0"/>
              <a:t> </a:t>
            </a:r>
            <a:r>
              <a:rPr lang="de-DE" sz="2400" dirty="0" err="1"/>
              <a:t>it</a:t>
            </a:r>
            <a:r>
              <a:rPr lang="de-DE" sz="2400" dirty="0"/>
              <a:t> </a:t>
            </a:r>
            <a:r>
              <a:rPr lang="de-DE" sz="2400" dirty="0" err="1"/>
              <a:t>works</a:t>
            </a:r>
            <a:r>
              <a:rPr lang="de-DE" sz="2400" dirty="0"/>
              <a:t> → Impact → Next </a:t>
            </a:r>
            <a:r>
              <a:rPr lang="de-DE" sz="2400" dirty="0" err="1"/>
              <a:t>steps</a:t>
            </a:r>
            <a:endParaRPr lang="de-DE" sz="240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8567432-F0E4-6DDC-3BEB-20CC41786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435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3F18E4-EE6A-0FB4-9BD3-2C96BE7AA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“Why us / Why this solution?”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8B0DEF-F5AA-3DDD-3104-F359885BB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the main challenge?</a:t>
            </a:r>
          </a:p>
          <a:p>
            <a:r>
              <a:rPr lang="en-US" dirty="0"/>
              <a:t>What’s your solution in one clear sentence?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5833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3B05E4E16C44A419899AE51C703A258" ma:contentTypeVersion="13" ma:contentTypeDescription="Ein neues Dokument erstellen." ma:contentTypeScope="" ma:versionID="6abd71bee2b2ea6be86cdeba10a20b24">
  <xsd:schema xmlns:xsd="http://www.w3.org/2001/XMLSchema" xmlns:xs="http://www.w3.org/2001/XMLSchema" xmlns:p="http://schemas.microsoft.com/office/2006/metadata/properties" xmlns:ns2="4585495d-1e65-4745-92e1-6a1677e8c6e3" xmlns:ns3="02a07173-652c-41dd-b0b2-15cfa4bda98d" targetNamespace="http://schemas.microsoft.com/office/2006/metadata/properties" ma:root="true" ma:fieldsID="31e13c34ff6d03c9e95e2d9de3a8d3b8" ns2:_="" ns3:_="">
    <xsd:import namespace="4585495d-1e65-4745-92e1-6a1677e8c6e3"/>
    <xsd:import namespace="02a07173-652c-41dd-b0b2-15cfa4bda9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85495d-1e65-4745-92e1-6a1677e8c6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Bildmarkierungen" ma:readOnly="false" ma:fieldId="{5cf76f15-5ced-4ddc-b409-7134ff3c332f}" ma:taxonomyMulti="true" ma:sspId="87877319-e47f-417e-bb3c-18e630a7aa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07173-652c-41dd-b0b2-15cfa4bda98d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e25815a7-82c7-4234-aeed-84605e0fb965}" ma:internalName="TaxCatchAll" ma:showField="CatchAllData" ma:web="02a07173-652c-41dd-b0b2-15cfa4bda9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2a07173-652c-41dd-b0b2-15cfa4bda98d" xsi:nil="true"/>
    <lcf76f155ced4ddcb4097134ff3c332f xmlns="4585495d-1e65-4745-92e1-6a1677e8c6e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094E68-4BAA-4E74-A589-54B121C65C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85495d-1e65-4745-92e1-6a1677e8c6e3"/>
    <ds:schemaRef ds:uri="02a07173-652c-41dd-b0b2-15cfa4bda9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B4E4F2C-2841-4EAE-92DE-E5A4449A6673}">
  <ds:schemaRefs>
    <ds:schemaRef ds:uri="http://schemas.microsoft.com/office/2006/metadata/properties"/>
    <ds:schemaRef ds:uri="http://schemas.microsoft.com/office/infopath/2007/PartnerControls"/>
    <ds:schemaRef ds:uri="02a07173-652c-41dd-b0b2-15cfa4bda98d"/>
    <ds:schemaRef ds:uri="4585495d-1e65-4745-92e1-6a1677e8c6e3"/>
  </ds:schemaRefs>
</ds:datastoreItem>
</file>

<file path=customXml/itemProps3.xml><?xml version="1.0" encoding="utf-8"?>
<ds:datastoreItem xmlns:ds="http://schemas.openxmlformats.org/officeDocument/2006/customXml" ds:itemID="{BC6EF307-3CD0-4533-9F76-5DB00F754C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</Words>
  <Application>Microsoft Office PowerPoint</Application>
  <PresentationFormat>Breitbild</PresentationFormat>
  <Paragraphs>17</Paragraphs>
  <Slides>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Arial</vt:lpstr>
      <vt:lpstr>Platform LC Medium</vt:lpstr>
      <vt:lpstr>Office</vt:lpstr>
      <vt:lpstr>Welcome to Your Pitch Deck</vt:lpstr>
      <vt:lpstr>Problem → Solution → How it works → Impact → Next steps</vt:lpstr>
      <vt:lpstr>“Why us / Why this solution?”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Jannis Hemp</dc:creator>
  <cp:lastModifiedBy>Jannis Hemp</cp:lastModifiedBy>
  <cp:revision>1</cp:revision>
  <dcterms:created xsi:type="dcterms:W3CDTF">2025-08-31T20:01:07Z</dcterms:created>
  <dcterms:modified xsi:type="dcterms:W3CDTF">2025-09-01T07:00:02Z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0x01010043B05E4E16C44A419899AE51C703A258</vt:lpwstr>
  </property>
  <property fmtid="{D5CDD505-2E9C-101B-9397-08002B2CF9AE}" pid="3" name="MediaServiceImageTags">
    <vt:lpwstr/>
  </property>
</Properties>
</file>